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Aegis.AI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Decentralized Threat Intelligence Against Scam Syndicates</a:t>
            </a:r>
          </a:p>
          <a:p/>
          <a:p>
            <a:r>
              <a:t>Team:</a:t>
            </a:r>
          </a:p>
          <a:p>
            <a:r>
              <a:t>HARSHIT | SHOURYA SINGH | HARSH VARDHAN SINGH | SHIVAM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Scam syndicates use encrypted channels (Telegram/WhatsApp) to distribute counterfeit trading apps.</a:t>
            </a:r>
          </a:p>
          <a:p>
            <a:pPr/>
            <a:r>
              <a:t>Apps perfectly clone the UI of platforms like Zerodha and Groww.</a:t>
            </a:r>
          </a:p>
          <a:p>
            <a:pPr/>
            <a:r>
              <a:t>AI-generated deepfakes of financial leaders manipulate public sentiment.</a:t>
            </a:r>
          </a:p>
          <a:p>
            <a:pPr/>
            <a:r>
              <a:t>Centralized databases are slow, censorable, and vulnerable to poisoning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Aegis.AI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decentralized, community-driven threat intelligence platform.</a:t>
            </a:r>
          </a:p>
          <a:p>
            <a:pPr/>
            <a:r>
              <a:t>Ingestion Layer: Scrapes Telegram for illicit APKs and synthetic media.</a:t>
            </a:r>
          </a:p>
          <a:p>
            <a:pPr/>
            <a:r>
              <a:t>Behavioral Engine: Static analysis of AndroidManifest.xml (flags SYSTEM_ALERT_WINDOW).</a:t>
            </a:r>
          </a:p>
          <a:p>
            <a:pPr/>
            <a:r>
              <a:t>Computer Vision: Siamese Neural Networks detect cross-platform UI clones.</a:t>
            </a:r>
          </a:p>
          <a:p>
            <a:pPr/>
            <a:r>
              <a:t>Deepfake Engine: Temporal optical flow (RAFT) &amp; Face X-Ray boundary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Decentralized Token Curated Registry (TCR)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on Ethereum (Solidity Smart Contracts).</a:t>
            </a:r>
          </a:p>
          <a:p>
            <a:pPr/>
            <a:r>
              <a:t>Cryptoeconomic Security: Researchers lock an Integrity Bond to submit an IoC.</a:t>
            </a:r>
          </a:p>
          <a:p>
            <a:pPr/>
            <a:r>
              <a:t>Community Consensus: Fraudulent submissions are challenged; a vote determines the outcome.</a:t>
            </a:r>
          </a:p>
          <a:p>
            <a:pPr/>
            <a:r>
              <a:t>Slashing Mechanism: Malicious actors lose their stake, rewarding honest verifiers.</a:t>
            </a:r>
          </a:p>
          <a:p>
            <a:pPr/>
            <a:r>
              <a:t>No Single Point of Failure: Trustless, immutable, and community-governed.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adherence to the India Digital Personal Data Protection (DPDP) Act, 2023.</a:t>
            </a:r>
          </a:p>
          <a:p>
            <a:pPr/>
            <a:r>
              <a:t>Publicly Available Data: Only parses open, public Telegram domains.</a:t>
            </a:r>
          </a:p>
          <a:p>
            <a:pPr/>
            <a:r>
              <a:t>Data Minimization: Zero PII storage. Artifacts are immediately hashed (SHA-256).</a:t>
            </a:r>
          </a:p>
          <a:p>
            <a:pPr/>
            <a:r>
              <a:t>Transparent Redressal: Blockchain provides an immutable 'Right to Correction'.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Aegis.AI makes it financially ruinous for scammers to operate.</a:t>
            </a:r>
          </a:p>
          <a:p>
            <a:pPr/>
            <a:r>
              <a:t>Scalable microservice architecture deployed in 48 hours.</a:t>
            </a:r>
          </a:p>
          <a:p>
            <a:pPr/>
          </a:p>
          <a:p>
            <a:pPr/>
            <a:r>
              <a:t>Thank You. Open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